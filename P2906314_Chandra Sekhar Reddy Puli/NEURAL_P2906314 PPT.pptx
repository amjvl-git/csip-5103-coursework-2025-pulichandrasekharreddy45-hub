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Syne"/>
      <p:regular r:id="rId18"/>
    </p:embeddedFont>
    <p:embeddedFont>
      <p:font typeface="Syne"/>
      <p:regular r:id="rId19"/>
    </p:embeddedFont>
    <p:embeddedFont>
      <p:font typeface="Overpass Light"/>
      <p:regular r:id="rId20"/>
    </p:embeddedFont>
    <p:embeddedFont>
      <p:font typeface="Overpass Light"/>
      <p:regular r:id="rId21"/>
    </p:embeddedFont>
    <p:embeddedFont>
      <p:font typeface="Overpass Light"/>
      <p:regular r:id="rId22"/>
    </p:embeddedFont>
    <p:embeddedFont>
      <p:font typeface="Overpass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77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Comparative Analysis of Neural Network Architectures on Fashion-MNIST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Chandra Sekhar Reddy Puli | P2906314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Image classification remains a fundamental problem in computer vision. Fashion-MNIST provides a benchmark dataset to evaluate neural network architectures on real-world clothing recognition tasks.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Focus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study compares two distinct approaches: traditional Artificial Neural Networks (ANNs) versus Convolutional Neural Networks (CNNs) to determine which architecture better captures visual patterns in fashion items.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59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360069"/>
            <a:ext cx="36527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Compare Architectures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Quantify performance differences between ANN and CNN models on Fashion-MNIST classification.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360069"/>
            <a:ext cx="35379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 Performance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architectural improvements and measure their impact on model accuracy.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1837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2443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360069"/>
            <a:ext cx="3256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Identify Weaknesses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Analyze confusion patterns to understand where models struggle with similar clothing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Methodology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Design Models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Create baseline ANN and CNN architectures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34084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 Architecture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Add depth and optimize activation functions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Train &amp; Evaluate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Test on Fashion-MNIST dataset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Analyze Results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Compare accuracy and confusion patterns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0597"/>
            <a:ext cx="6319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Architectures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963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ANN (MLP)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8484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Flatten layer: 28×28 → 784 vector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06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Dense layers: 128 and 64 neurons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2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Leaky ReLU activation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50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Softmax output: 10 classes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Approach: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Treats image as unstructured pixel vector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963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CNN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8484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Three convolutional blocks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2906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Filters: 32 → 64 → 128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732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Max pooling for downsampling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1750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Dense classifier: 128 neurons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Approach: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Leverages spatial hierarchy of images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9734"/>
            <a:ext cx="7650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Implementation Process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33951" y="2459117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23224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30" y="240238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Fashion-MNIST dataset with 28×28 grayscale images across 10 clothing categories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768709" y="2118955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28548" y="1892082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8688" y="2062222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2799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Baseline Models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289816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Implemented standard ANN and CNN architectures for initial performance benchmarking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1133951" y="5376386"/>
            <a:ext cx="6067663" cy="226814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3790" y="514951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30" y="5319653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6056828"/>
            <a:ext cx="29785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Enhanced Versions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54724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Added depth with extra layers and switched to Leaky ReLU activation functions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768709" y="5036225"/>
            <a:ext cx="6067782" cy="226814"/>
          </a:xfrm>
          <a:prstGeom prst="roundRect">
            <a:avLst>
              <a:gd name="adj" fmla="val 4200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28548" y="4809351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8688" y="4979491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20708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Generated confusion matrices using Seaborn for detailed class-level performance analysis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9821"/>
            <a:ext cx="10705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Results: Performance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Detailed accuracy values: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602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ANN Baseline: 88.51%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2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ANN Enhanced: 89.27%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4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CNN Baseline: 91.39%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6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CNN Enhanced: 92.15%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7328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Discussion: Key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CNN Superiority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CNNs excel at image classification due to their ability to detect spatial features like edges, patterns, and textures through convolutional filters.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746177"/>
            <a:ext cx="2997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Confusion Patterns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Both models struggled with visually similar classes: Shirt, T-shirt/top, Pullover, and Coat. Enhanced CNN made significantly fewer errors in these categories.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4359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Architectural Depth Matters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Adding layers improved both models equally (+0.76%), demonstrating that depth enables more complex data representations.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244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32373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Leaky ReLU Benefits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Switching from ReLU to Leaky ReLU prevented dying neurons and enabled smoother learning by maintaining small gradients for inactive units.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5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02264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CNNs are invariably the best option for image classification tasks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consistently achieving ~3% higher accuracy than ANNs due to their intrinsic capacity to handle spatial data.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67489"/>
            <a:ext cx="30480" cy="1236107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2587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0906" y="4336613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Architectural depth is decisive for complex tasks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553569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Enhanced models with additional layers showed measurable improvements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42587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3008" y="4336613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Confusion matrices are essential diagnostic tools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553569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They reveal specific weaknesses like the tendency to confuse similar garments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42587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15111" y="4336613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Spatial feature extraction drives CNN performance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5111" y="553569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Convolutional filters capture visual patterns that flat vectors cannot represent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9541"/>
            <a:ext cx="10451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Work &amp; Acknowledgments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529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Directions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6740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data augmentation to help models learn subtle differences between similar classes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7250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Explore deeper CNN architectures like ResNet or EfficientNet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1469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Test ensemble methods combining multiple models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5689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Apply transfer learning from pre-trained networks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959096" y="3315295"/>
            <a:ext cx="35186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Acknowledgments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959096" y="3967401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Fashion-MNIST dataset creators for providing an excellent benchmark for image classification research.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959096" y="5260181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Deep learning frameworks and visualization libraries that enabled this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7637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Questions &amp; Discussion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2025-11-04T18:59:32Z</dcterms:created>
  <dcterms:modified xsi:type="dcterms:W3CDTF">2025-11-04T18:59:32Z</dcterms:modified>
</cp:coreProperties>
</file>